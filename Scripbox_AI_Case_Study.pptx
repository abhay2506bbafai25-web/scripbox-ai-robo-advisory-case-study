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18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5394960"/>
            <a:ext cx="384048" cy="45720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72600" y="5029200"/>
            <a:ext cx="384048" cy="82296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4663440"/>
            <a:ext cx="384048" cy="118872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378440" y="4297680"/>
            <a:ext cx="384048" cy="155448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881360" y="3749040"/>
            <a:ext cx="384048" cy="210312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384280" y="3200400"/>
            <a:ext cx="384048" cy="2651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BUSINESS SCHOOL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Digital Wealth Management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Robo-Advisory Case Study — Scripbox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3977640"/>
            <a:ext cx="237744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41248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727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727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Roll No.]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111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SECTION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51114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Course / Section]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495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5495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&amp; Machine Learning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Scripbox — Digital Wealth Management, India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Scripbox is an online investment platform that helps everyday Indians save, invest and grow their money through curated mutual funds and goal-based financial plans — combining human advisory expertise with algorithm-driven fund selection.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301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professionals, first-time investors and families across urban India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4434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SIPs, mutual fund portfolios, retirement, child-education and wealth-goal plans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5532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competes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824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+ low-cost, data-backed fund curation instead of manual, fee-heavy advisory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26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331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Digital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Wealth-Tech Boom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4290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incomes, smartphone-first investors and SEBI-regulated robo-advisory are pushing mutual-fund platforms to automate advice at scale — while keeping it personal, transparent and compliant.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Advisor Can't Personally Profile Every Client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Scripbox scales to lakhs of investors, manually interviewing each client to judge risk appetite and manually comparing hundreds of mutual funds doesn't scale — and produces inconsistent advice from person to person.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onboarding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questionnaires and advisor calls delay a client's first investment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0332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033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risk-tagging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advisors can rate the same client differently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2940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294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overload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mutual funds make manual comparison impractical for clients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5548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555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retention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Mismatched, generic advice causes clients to disengage or exit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 Streams Feed the AI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ONBOARDING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49631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423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 &amp; number of dependents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9923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investable surplus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0215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3429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investments held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00507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9728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horizon (years)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50799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97280" y="4434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to a past market drop (behavioural signal)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4652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49631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720840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category (Large / Mid / Small Cap, Debt, Hybrid)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299923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720840" y="2926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1-, 3- and 5-year returns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350215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720840" y="3429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&amp; standard deviation (cost / risk)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00507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72084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(risk-adjusted return)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450799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720840" y="4434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rating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real customer/fund data isn't public — the model here is demonstrated on synthetic data built to the same structure.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 Working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RANDOM FOREST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Profiling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client onboarding data to predict whether a client is Conservative, Moderate or Aggressive — replacing manual questionnaire scoring with a consistent, data-driven decision.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4617720"/>
            <a:ext cx="47091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4754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029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numeric features well, resists noise, and gives explainable feature-importance scores — important for compliance.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83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WEIGHTED SCORING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Ranking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92608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ranks every mutual fund on a weighted composite of returns, risk, cost and quality — a lighter version of the ~25-factor approach used by real robo-advisors.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4617720"/>
            <a:ext cx="47091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83680" y="4754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5029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formula (not a black box) — every weight can be shown and justified to a client or regulator.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SOLUTION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Client Data to a Confident Investment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5836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Data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info + fund performance data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4607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5579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System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95579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+ weighted scoring engine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2059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4350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5322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25322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 (e.g. "Moderate") + ranked fund shortlist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1802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4093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55065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Action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55065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matches shortlisted funds to the client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31545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3836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84808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84808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invests via SIP with a projected wealth goal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model predicts the client's risk category; the scoring engine independently ranks funds. The platform then combines both to shortlist funds matching that client's risk profile — turning raw data into a specific, explainable recommendation.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5468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CLIENT (from the demo model)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29 · ₹90,000/month income · 15-year horizon · ₹25,000/month SIP  →  Predicted profile: Moderate  →  Top funds: Hybrid &amp; Large Cap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Automation Is Worth to Scripbox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onboarding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0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profiling happens in seconds, not a phone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262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advice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90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is scored the same objective 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201168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Personalised fit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90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shortlist matches each client's real risk appetite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trust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93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wealth-projection makes the plan feel concrete, not abstract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411480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262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cheaply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093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can profile lakhs of clients, not a large advisory team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75320" y="411480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75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retention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93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recommendations reduce drop-off after onboarding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ETHICS &amp; RESPONSIBLE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Earns Trust Only With Safeguards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labels must be audited across age/income groups so profiling doesn't skew unfairly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77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scoring weights are shown to clients/advisors, not hidden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oversight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77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requires a human-reviewable audit trail — the model supports, not replaces, advisor sign-off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behavioural data is sensitive — needs encryption, access control, consent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2628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risk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617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assumptions are projections, not guarantees — mis-set expectations are a real regulatory risk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&amp; PROMPTS USED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Used Generative AI for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robo-advisory concepts &amp; structuring the case study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risk-profiling approaches and building this project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sources on Scripbox and India's wealth-tech industry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RESEARCH PROMPT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how robo-advisory platforms in India, such as Scripbox, use AI/ML for client risk profiling and mutual-fund recommendation. Include the ML technique used, business benefits, risks, and reliable sources.”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scope the topic, get an accurate business-flow vocabulary, and identify what a real robo-advisor's AI/ML architecture typically includes — later verified against public sources.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IMPROVEMENT &amp; AI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Generic Question to a Usable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PROMPT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robo-advisors in India.”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broad, generic overview — no specific ML technique, no business metrics, no sources.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PROMPT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as a fintech analyst. Explain how Scripbox uses AI/ML for risk profiling and fund recommendation — the specific technique, business benefits, risks, and cite reliable sources.”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specific, structured, source-backed answer we could actually verify and use.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IMPROVED PROMPT WORKED BETTER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928616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the AI a role (“fintech analyst”) to shape tone and depth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5385816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the exact company and outcome needed, not a vague topic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843016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asked for sources — forcing verifiable, checkable output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Advise Scripbox to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01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risk-profiling model periodically on real, audited client outcomes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9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68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explainability dashboard so advisors can justify any AI recommendation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9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9352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mandatory human advisor sign-off step for every AI-generated recommendation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9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5021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recommendation accuracy against current manual advisory outcomes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9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0690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audit the model for bias across age, income and gender groups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9379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lets Scripbox turn wealth management from a manual, advisor-limited service into a scalable, consistent and personalised one — but the technology should support human advisors, not replace their judgment or accountability.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Took Away From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+ AI together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AI solution starts from a clear business problem, not a model looking for a use case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matters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finance, a model must justify its decisions — accuracy alone isn't enough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is a skill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role, specifics and “cite sources” turned vague AI answers into usable research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GITHUB REPOSITORY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091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individual GitHub Repository link here ]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57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final PPT, case study report, prompt portfolio, references and this learning reflection.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1292</Words>
  <Application>Microsoft Macintosh PowerPoint</Application>
  <PresentationFormat>Widescreen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Abhay Trehan</cp:lastModifiedBy>
  <cp:revision>2</cp:revision>
  <dcterms:created xsi:type="dcterms:W3CDTF">2026-09-16T18:40:36Z</dcterms:created>
  <dcterms:modified xsi:type="dcterms:W3CDTF">2026-09-16T18:43:08Z</dcterms:modified>
</cp:coreProperties>
</file>